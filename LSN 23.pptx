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3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18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3/22/2022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4400">
                <a:ea typeface="Roboto" panose="02000000000000000000" pitchFamily="2" charset="0"/>
              </a:rPr>
              <a:t>23</a:t>
            </a:r>
            <a:r>
              <a:rPr lang="en-US" sz="440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4400" dirty="0"/>
              <a:t>Data Visualization II</a:t>
            </a:r>
            <a:endParaRPr lang="en-US" sz="4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15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D2AA1E-C3F3-4B28-B321-A83E475DF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2618" y="643467"/>
            <a:ext cx="480955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23: Data Visualization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"1. Create scatterplots, bar charts, and boxplots using ggplot2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Produce a journal quality graph/plot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Arrange and export plots in high resolution"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521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Out of class working session (on your own)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PS3 Due NLT 1600 25 MARCH 2022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C9C80-9F67-4D6A-969A-6A89D355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562" y="3339570"/>
            <a:ext cx="9227024" cy="255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79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23: Data Visualization II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5</cp:revision>
  <dcterms:created xsi:type="dcterms:W3CDTF">2022-02-03T16:03:15Z</dcterms:created>
  <dcterms:modified xsi:type="dcterms:W3CDTF">2022-03-22T11:46:34Z</dcterms:modified>
</cp:coreProperties>
</file>